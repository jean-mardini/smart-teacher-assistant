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Mitosis has phases: prophase, metaphase, anaphase, telophase.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