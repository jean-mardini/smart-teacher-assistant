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89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DESKTOP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Administration — Lab Research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Matheos Touma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  •  VirtualBox Lab  •  RDP Protocol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Remote Desktop Services?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Services (RDS) is a Microsoft Windows Server role that allows users to remotely access desktops, applications, and data from any device over a 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full Windows desktop or specific applications from any location or device.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 LAN, WAN, or internet using the RDP (Remote Desktop Protocol) on port 3389.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286000"/>
            <a:ext cx="2651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3337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can connect simultaneously to the same Windows Server session.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RDS Architecture &amp;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 / Mobile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993392"/>
            <a:ext cx="109728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3389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194560" cy="11887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63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Internet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993392"/>
            <a:ext cx="109728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371600"/>
            <a:ext cx="2011680" cy="1371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 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Session Host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5760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keyboard/mouse input to the server over the network. The server processes everything and sends back only the screen image. All applications and data remain on the server — never on the client device.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RDS Role 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Session Host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component. Hosts the desktop sessions and applications that remote users connect 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Licensing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Client Access Licenses (CALs) required for users to connect to RDS legally.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Gateway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secure RDP connections over the internet through HTTPS without a VPN.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3172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Web Access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43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web portal where users access RemoteApp programs and desktops via a browser.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Connection Broker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Load-balances user connections across multiple RD Session Host servers for high availability.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924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Virtualization Host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virtual machine-based desktops using Hyper-V for VDI (Virtual Desktop Infrastructure).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of 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choose Remote Desktop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clients are cheaper than full PCs. Software licenses are centralized.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862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server. Full control over user access and permissions.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122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 from anywhere — home, travel, or any office worldwide.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18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manages one server instead of hundreds of individual workstations.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18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add users or resources without upgrading every endpoint device.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743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218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centralized, making backups and recovery fast and reliable.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RDS Security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106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Level Authentication (NLA):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1064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users to authenticate before a full RDP session is established, protecting against unauthorized access.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19072"/>
            <a:ext cx="64008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647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773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17739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between client and server is encrypted. In our lab, a self-signed certificate was used (normal for testing).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8658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86584"/>
            <a:ext cx="64008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323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441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Firewall Rules: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4414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3389 must be explicitly opened. We ran netsh commands to allow RDP traffic through the firewall.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54096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9981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Permissions: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1089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users in the 'Remote Desktop Users' group can connect. We created a dedicated rdpuser account.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216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21608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673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Licensing (CALs):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77647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environments require Client Access Licenses. Our lab uses the 120-day grace period.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38912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434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Gateway for Internet: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44439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connections over the internet, RD Gateway tunnels RDP through HTTPS port 443 for added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Demo — Environment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VirtualBox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11096"/>
            <a:ext cx="384048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9568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 Standard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Name: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15768"/>
            <a:ext cx="384048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IP: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638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163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(Host PC)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384048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566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— Port 3389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22776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684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Role: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968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Session Host + Licensing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384048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70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4370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rdpuser (custom account)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Flow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1508760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563624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RDS Role via Server Manager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191109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965960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RD Session Host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2313432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2368296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rdpuser account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2715768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770632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761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Firewall Port 3389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118104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172968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163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mstsc on client PC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3520440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575304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566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Server IP &amp; credentials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92277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17720" y="3977640"/>
            <a:ext cx="228600" cy="228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968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SSL Certificate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4325112"/>
            <a:ext cx="420624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4379976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Connected via RDP!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Demo — Step 1: Initiating the RDP Connection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mstsc (Remote Desktop Connection) opened on host PC → Server IP 192.168.1.16 entered → VM ipconfig shown in background confirming matching 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Demo — Step 2: Entering Credentials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914400"/>
            <a:ext cx="4572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Security prompt → rdpuser account entered → connecting to 192.168.1.16 (the Windows Server 2016 VM)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Demo — Step 3: SSL Certificate Warning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0" y="868680"/>
            <a:ext cx="4023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This is normal in a lab environment.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uses a self-signed SSL certificate (not from a trusted CA). In production, organizations use trusted certificates from providers like DigiCert or Let's Encrypt. We clicked 'Yes' to proceed.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name: Touma (server name) — The identity warning confirms the RDP handshake is working correctly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Lab Demo — Successfully Connected via RDP!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RDP session established → Windows Server 2016 desktop visible → Server Manager shows Remote Desktop Services role installed → IP 192.168.1.16 confirmed in title bar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Remote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connect to their office workstations from home using RDP, accessing all company resources securely.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&amp; Administration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remotely troubleshoot and manage servers and workstations without physical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staff access patient records and hospital systems from any terminal within the facility.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34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access lab software and resources remotely without needing expensive hardware.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813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51560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Desktop Infrastructure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deploy virtual desktops to replace physical PCs, reducing hardware costs significantly.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813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Desktop uses RDS technology to deliver Windows desktops from Microsoft's cloud.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is a powerful Windows Server role enabling centralized remote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include RD Session Host, Licensing, Gateway, and Web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installed and configured RDS on Windows Server 2016 in a 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 RDP connection from host PC to VM using rdpuser account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is widely used in enterprise environments for remote work and IT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deployments add RD Gateway, trusted certificates, and proper CALs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07992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 —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Microsoft Office PowerPoint</Application>
  <PresentationFormat>On-screen Show (16:9)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Desktop Services</dc:title>
  <dc:subject>PptxGenJS Presentation</dc:subject>
  <dc:creator>PptxGenJS</dc:creator>
  <cp:lastModifiedBy>Matheos touma</cp:lastModifiedBy>
  <cp:revision>1</cp:revision>
  <dcterms:created xsi:type="dcterms:W3CDTF">2026-04-25T09:51:21Z</dcterms:created>
  <dcterms:modified xsi:type="dcterms:W3CDTF">2026-04-25T10:48:57Z</dcterms:modified>
</cp:coreProperties>
</file>